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1eaf9d6224bb2" /><Relationship Type="http://schemas.openxmlformats.org/officeDocument/2006/relationships/extended-properties" Target="/docProps/app.xml" Id="R7cfef0cec8514b50" /><Relationship Type="http://schemas.openxmlformats.org/officeDocument/2006/relationships/officeDocument" Target="/ppt/presentation.xml" Id="R55170570658346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5e703f71448b6"/>
  </p:sldMasterIdLst>
  <p:notesMasterIdLst>
    <p:notesMasterId xmlns:r="http://schemas.openxmlformats.org/officeDocument/2006/relationships" r:id="R751bbd247b354fd0"/>
  </p:notesMasterIdLst>
  <p:sldIdLst>
    <p:sldId xmlns:r="http://schemas.openxmlformats.org/officeDocument/2006/relationships" id="256" r:id="Rf93b555687ff420e"/>
    <p:sldId xmlns:r="http://schemas.openxmlformats.org/officeDocument/2006/relationships" id="257" r:id="R5c59a28810e14606"/>
    <p:sldId xmlns:r="http://schemas.openxmlformats.org/officeDocument/2006/relationships" id="258" r:id="Rf45be09ac0f84458"/>
    <p:sldId xmlns:r="http://schemas.openxmlformats.org/officeDocument/2006/relationships" id="259" r:id="R027cbe75e9304f4b"/>
    <p:sldId xmlns:r="http://schemas.openxmlformats.org/officeDocument/2006/relationships" id="260" r:id="Rf722f0bcad5046b9"/>
    <p:sldId xmlns:r="http://schemas.openxmlformats.org/officeDocument/2006/relationships" id="261" r:id="R20a4559479d24cef"/>
    <p:sldId xmlns:r="http://schemas.openxmlformats.org/officeDocument/2006/relationships" id="262" r:id="R1e5df38506f2428e"/>
    <p:sldId xmlns:r="http://schemas.openxmlformats.org/officeDocument/2006/relationships" id="263" r:id="R535c79e18ac84a09"/>
    <p:sldId xmlns:r="http://schemas.openxmlformats.org/officeDocument/2006/relationships" id="264" r:id="Rb7a89411865547db"/>
    <p:sldId xmlns:r="http://schemas.openxmlformats.org/officeDocument/2006/relationships" id="265" r:id="Rdb48bfd6cee84bfa"/>
    <p:sldId xmlns:r="http://schemas.openxmlformats.org/officeDocument/2006/relationships" id="266" r:id="Rc378e8633ce240d7"/>
    <p:sldId xmlns:r="http://schemas.openxmlformats.org/officeDocument/2006/relationships" id="267" r:id="R9b4aabaf262647b8"/>
    <p:sldId xmlns:r="http://schemas.openxmlformats.org/officeDocument/2006/relationships" id="268" r:id="R66955aa670bc4748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098066175946dd" /><Relationship Type="http://schemas.openxmlformats.org/officeDocument/2006/relationships/slideMaster" Target="/ppt/slideMasters/slideMaster1.xml" Id="Rcf85e703f71448b6" /><Relationship Type="http://schemas.openxmlformats.org/officeDocument/2006/relationships/notesMaster" Target="/ppt/notesMasters/notesMaster1.xml" Id="R751bbd247b354fd0" /><Relationship Type="http://schemas.openxmlformats.org/officeDocument/2006/relationships/presProps" Target="/ppt/presProps.xml" Id="R1d4d8479e6a948e6" /><Relationship Type="http://schemas.openxmlformats.org/officeDocument/2006/relationships/viewProps" Target="/ppt/viewProps.xml" Id="Rcec421e3b07d43ea" /><Relationship Type="http://schemas.openxmlformats.org/officeDocument/2006/relationships/tableStyles" Target="/ppt/tableStyles.xml" Id="R823814b4ba1241b4" /><Relationship Type="http://schemas.openxmlformats.org/officeDocument/2006/relationships/slide" Target="/ppt/slides/slide1.xml" Id="Rf93b555687ff420e" /><Relationship Type="http://schemas.openxmlformats.org/officeDocument/2006/relationships/slide" Target="/ppt/slides/slide2.xml" Id="R5c59a28810e14606" /><Relationship Type="http://schemas.openxmlformats.org/officeDocument/2006/relationships/slide" Target="/ppt/slides/slide3.xml" Id="Rf45be09ac0f84458" /><Relationship Type="http://schemas.openxmlformats.org/officeDocument/2006/relationships/slide" Target="/ppt/slides/slide4.xml" Id="R027cbe75e9304f4b" /><Relationship Type="http://schemas.openxmlformats.org/officeDocument/2006/relationships/slide" Target="/ppt/slides/slide5.xml" Id="Rf722f0bcad5046b9" /><Relationship Type="http://schemas.openxmlformats.org/officeDocument/2006/relationships/slide" Target="/ppt/slides/slide6.xml" Id="R20a4559479d24cef" /><Relationship Type="http://schemas.openxmlformats.org/officeDocument/2006/relationships/slide" Target="/ppt/slides/slide7.xml" Id="R1e5df38506f2428e" /><Relationship Type="http://schemas.openxmlformats.org/officeDocument/2006/relationships/slide" Target="/ppt/slides/slide8.xml" Id="R535c79e18ac84a09" /><Relationship Type="http://schemas.openxmlformats.org/officeDocument/2006/relationships/slide" Target="/ppt/slides/slide9.xml" Id="Rb7a89411865547db" /><Relationship Type="http://schemas.openxmlformats.org/officeDocument/2006/relationships/slide" Target="/ppt/slides/slide10.xml" Id="Rdb48bfd6cee84bfa" /><Relationship Type="http://schemas.openxmlformats.org/officeDocument/2006/relationships/slide" Target="/ppt/slides/slide11.xml" Id="Rc378e8633ce240d7" /><Relationship Type="http://schemas.openxmlformats.org/officeDocument/2006/relationships/slide" Target="/ppt/slides/slide12.xml" Id="R9b4aabaf262647b8" /><Relationship Type="http://schemas.openxmlformats.org/officeDocument/2006/relationships/slide" Target="/ppt/slides/slide13.xml" Id="R66955aa670bc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d5c146b8244f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f2f7cbc4ae4f23" /><Relationship Type="http://schemas.openxmlformats.org/officeDocument/2006/relationships/notesMaster" Target="/ppt/notesMasters/notesMaster1.xml" Id="R713095befa0b41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126d8d54da4171" /><Relationship Type="http://schemas.openxmlformats.org/officeDocument/2006/relationships/notesMaster" Target="/ppt/notesMasters/notesMaster1.xml" Id="R7920d90d574140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a61214b43844db" /><Relationship Type="http://schemas.openxmlformats.org/officeDocument/2006/relationships/notesMaster" Target="/ppt/notesMasters/notesMaster1.xml" Id="R1ccc9da09d7c44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faf245d4194f3f" /><Relationship Type="http://schemas.openxmlformats.org/officeDocument/2006/relationships/notesMaster" Target="/ppt/notesMasters/notesMaster1.xml" Id="R15bfe916401343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83a6ac9a034582" /><Relationship Type="http://schemas.openxmlformats.org/officeDocument/2006/relationships/notesMaster" Target="/ppt/notesMasters/notesMaster1.xml" Id="Raac2898938e646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23984c66fb4927" /><Relationship Type="http://schemas.openxmlformats.org/officeDocument/2006/relationships/notesMaster" Target="/ppt/notesMasters/notesMaster1.xml" Id="Rabbba6efd40f4f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43b5ea09b4959" /><Relationship Type="http://schemas.openxmlformats.org/officeDocument/2006/relationships/notesMaster" Target="/ppt/notesMasters/notesMaster1.xml" Id="Rb64dae777e654b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6ab20ce3304be7" /><Relationship Type="http://schemas.openxmlformats.org/officeDocument/2006/relationships/notesMaster" Target="/ppt/notesMasters/notesMaster1.xml" Id="Ra197cdb7257547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8f2ac5f1ec439c" /><Relationship Type="http://schemas.openxmlformats.org/officeDocument/2006/relationships/notesMaster" Target="/ppt/notesMasters/notesMaster1.xml" Id="Ra1bfde58818840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7c7a6a7b344a7f" /><Relationship Type="http://schemas.openxmlformats.org/officeDocument/2006/relationships/notesMaster" Target="/ppt/notesMasters/notesMaster1.xml" Id="Re9cf40902ac544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90b4d616ff455d" /><Relationship Type="http://schemas.openxmlformats.org/officeDocument/2006/relationships/notesMaster" Target="/ppt/notesMasters/notesMaster1.xml" Id="R571ee6ecaf5746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8f508741d345f9" /><Relationship Type="http://schemas.openxmlformats.org/officeDocument/2006/relationships/notesMaster" Target="/ppt/notesMasters/notesMaster1.xml" Id="Rb2e86f8c32324c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28c41485074db8" /><Relationship Type="http://schemas.openxmlformats.org/officeDocument/2006/relationships/notesMaster" Target="/ppt/notesMasters/notesMaster1.xml" Id="Rd75599fbc11e43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b14a0491b49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dfde9d53842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3511aa44444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77fd6339943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0a26ef5584d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a75ab84284d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0462645604fa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fad5e9a3a488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8d69feb1146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e64a4e56b44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68dd1c9f94f0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4C6AD1-6F00-4AF2-8E34-A6148A392D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7A48539-45BB-4020-852D-56B1895FFC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1C6825-C656-4D59-A31C-AB4F9846E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F7C096-4D0D-41C9-BCB7-DDF1BC9DD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52BEA5-251F-4E99-A202-659DAB5B94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CB3280-7D63-4F3E-9106-DC928192B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B36E5B-D452-4AA8-B836-9256F324B2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824634-DE94-42EA-91BE-8721C5FF6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7FA568C-399E-405B-8E4E-7D1F71A2FE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69D739-73FA-4E6F-98BC-3E0FF29ADD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9A253-6CD2-485C-B2D2-C6244200D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BC158D-5014-44F2-B192-8ECBD80EC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A94496-11AC-40CB-A163-F9342C790B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034FAE-8A85-4ECE-A949-BF4AF6C0D6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A7086F-CEC0-4BC4-A23E-C847FD63BF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C388B6-D541-4931-A731-5A34D3DC3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7F87F54-1D6E-4E7D-9493-4F5CEA132C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261662C-29A3-4785-9AEE-E4A3201BE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25414C6-181B-4B98-A4CC-19A5AD0AE0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2C24338-EB74-4E91-9F45-E3854E4D5A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FDE7F5-3BDF-46EC-92B4-B09D9327BE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AB563F-7CCF-4364-B44E-30B02B7FAA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CA4488C-7F9C-499B-8547-3B03CBC08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2D7FE9C-81C0-4D78-BF15-356517C9C3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3F041DC-525E-48B1-854A-CD50CB9CF5E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3DA39B6-7FA6-420E-BC1A-C38183146E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D19E56B-78EA-4E41-BDD6-21D4A37E68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1E8AB37-8137-4E4E-A1E5-147A22A8FC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9FAD95-01E3-48E5-A35E-409DB96F56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E34C45-C911-4D55-ADAF-AB730CB7AE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9B89F81-51B5-45AA-A9FE-502DAFFAE0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51FEA0-1FAB-471E-9FF1-A10C89B5E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BD1FA46-6D4C-4816-BD19-B686276BA4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93978F4-95F6-41AE-A07A-F41EE20E1F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DFC151A-2482-49F2-AF58-279AA95CA4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EAC28F3-BFF4-4EA4-8527-C19FEE7C6E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8FA452-24C3-417E-ADA6-DBC7649F2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6324CF0-AB06-475A-8171-E75A5774EB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78CC67C-21A0-4FC0-9C03-A163FBBFE9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53597C-0230-4096-BD65-C19F76B72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448EF6-563A-429D-AEE7-B397ADA54C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DF04F64-0138-498A-9C38-9A570589B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C40D20-7555-41E4-8DBC-85152907F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22A47BA-0C3B-4053-A220-B92C4557E83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B14EC6D-8B45-485A-9D83-726115E18A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DCA4740-1319-48F1-BB7A-B7137566A0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1A539AA-1C2A-4FD7-8F5A-6400EC6610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1B34A6-C609-4D76-A95E-EBF09BB32F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C79003-3D4D-439A-8BD5-9181710D6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4307FF-DBC7-4509-821C-AEB0E6628D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517642-6E26-41FE-8BD3-6FAF816F9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5E90CC1-1513-43EA-921C-341E3E7B5B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A0C2EE-4326-4A59-8C00-0FE5910F45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8502376-1C79-4564-84C5-97DA769B6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A83230-E034-43DD-A02D-7B35CD751F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B0163E-0EDE-425D-8587-C8CF10B149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D92692-777A-4AC2-814C-09B867690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E210E-540B-47E9-B42C-5CCEF5721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48f04ffddf4aec" /><Relationship Type="http://schemas.openxmlformats.org/officeDocument/2006/relationships/slideLayout" Target="/ppt/slideLayouts/slideLayout1.xml" Id="R73607c35fdc54a92" /><Relationship Type="http://schemas.openxmlformats.org/officeDocument/2006/relationships/slideLayout" Target="/ppt/slideLayouts/slideLayout2.xml" Id="R2ec15a4006434c1a" /><Relationship Type="http://schemas.openxmlformats.org/officeDocument/2006/relationships/slideLayout" Target="/ppt/slideLayouts/slideLayout3.xml" Id="R3f833d06677840b8" /><Relationship Type="http://schemas.openxmlformats.org/officeDocument/2006/relationships/slideLayout" Target="/ppt/slideLayouts/slideLayout4.xml" Id="R5114e37ee52b4ba0" /><Relationship Type="http://schemas.openxmlformats.org/officeDocument/2006/relationships/slideLayout" Target="/ppt/slideLayouts/slideLayout5.xml" Id="R32184f5b5c0e401e" /><Relationship Type="http://schemas.openxmlformats.org/officeDocument/2006/relationships/slideLayout" Target="/ppt/slideLayouts/slideLayout6.xml" Id="R0ef2c2408d2f4ae1" /><Relationship Type="http://schemas.openxmlformats.org/officeDocument/2006/relationships/slideLayout" Target="/ppt/slideLayouts/slideLayout7.xml" Id="R2edd7f4a23104d30" /><Relationship Type="http://schemas.openxmlformats.org/officeDocument/2006/relationships/slideLayout" Target="/ppt/slideLayouts/slideLayout8.xml" Id="Re196d0e54f8542be" /><Relationship Type="http://schemas.openxmlformats.org/officeDocument/2006/relationships/slideLayout" Target="/ppt/slideLayouts/slideLayout9.xml" Id="R4285a4574e7b4659" /><Relationship Type="http://schemas.openxmlformats.org/officeDocument/2006/relationships/slideLayout" Target="/ppt/slideLayouts/slideLayout10.xml" Id="Rdc1b1548056c4501" /><Relationship Type="http://schemas.openxmlformats.org/officeDocument/2006/relationships/slideLayout" Target="/ppt/slideLayouts/slideLayout11.xml" Id="R24278c2be48f453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E9E2D99-C7B2-4027-9D79-7053A9648B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A79BDD-9E6B-4D1C-BD22-3C54FA124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A01979-AAFF-4639-8C88-FB871B0AE4A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96AC0D-0097-4442-ADF7-F1D44D1D28E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884B8B-F591-4887-AC72-9BE9515EE7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607c35fdc54a92"/>
    <p:sldLayoutId xmlns:r="http://schemas.openxmlformats.org/officeDocument/2006/relationships" id="2147483650" r:id="R2ec15a4006434c1a"/>
    <p:sldLayoutId xmlns:r="http://schemas.openxmlformats.org/officeDocument/2006/relationships" id="2147483651" r:id="R3f833d06677840b8"/>
    <p:sldLayoutId xmlns:r="http://schemas.openxmlformats.org/officeDocument/2006/relationships" id="2147483652" r:id="R5114e37ee52b4ba0"/>
    <p:sldLayoutId xmlns:r="http://schemas.openxmlformats.org/officeDocument/2006/relationships" id="2147483653" r:id="R32184f5b5c0e401e"/>
    <p:sldLayoutId xmlns:r="http://schemas.openxmlformats.org/officeDocument/2006/relationships" id="2147483654" r:id="R0ef2c2408d2f4ae1"/>
    <p:sldLayoutId xmlns:r="http://schemas.openxmlformats.org/officeDocument/2006/relationships" id="2147483655" r:id="R2edd7f4a23104d30"/>
    <p:sldLayoutId xmlns:r="http://schemas.openxmlformats.org/officeDocument/2006/relationships" id="2147483656" r:id="Re196d0e54f8542be"/>
    <p:sldLayoutId xmlns:r="http://schemas.openxmlformats.org/officeDocument/2006/relationships" id="2147483657" r:id="R4285a4574e7b4659"/>
    <p:sldLayoutId xmlns:r="http://schemas.openxmlformats.org/officeDocument/2006/relationships" id="2147483658" r:id="Rdc1b1548056c4501"/>
    <p:sldLayoutId xmlns:r="http://schemas.openxmlformats.org/officeDocument/2006/relationships" id="2147483659" r:id="R24278c2be48f4532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af823091934fc5" /><Relationship Type="http://schemas.openxmlformats.org/officeDocument/2006/relationships/notesSlide" Target="/ppt/notesSlides/notesSlide1.xml" Id="R0dde11a63e1541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761f6c1c934b58" /><Relationship Type="http://schemas.openxmlformats.org/officeDocument/2006/relationships/notesSlide" Target="/ppt/notesSlides/notesSlide2.xml" Id="R7c3d39303d7a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710fb1b5dc4582" /><Relationship Type="http://schemas.openxmlformats.org/officeDocument/2006/relationships/notesSlide" Target="/ppt/notesSlides/notesSlide3.xml" Id="R035f0100c358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49d955b8684acc" /><Relationship Type="http://schemas.openxmlformats.org/officeDocument/2006/relationships/notesSlide" Target="/ppt/notesSlides/notesSlide4.xml" Id="R258dbe6db81744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e74ee8444f45d4" /><Relationship Type="http://schemas.openxmlformats.org/officeDocument/2006/relationships/notesSlide" Target="/ppt/notesSlides/notesSlide5.xml" Id="R845de08ba07a4b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8e94e5e2684700" /><Relationship Type="http://schemas.openxmlformats.org/officeDocument/2006/relationships/notesSlide" Target="/ppt/notesSlides/notesSlide6.xml" Id="R75e863f75a5d49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b8f09cfb2f4488" /><Relationship Type="http://schemas.openxmlformats.org/officeDocument/2006/relationships/notesSlide" Target="/ppt/notesSlides/notesSlide7.xml" Id="R05f6bf28772b44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6e1067776c471a" /><Relationship Type="http://schemas.openxmlformats.org/officeDocument/2006/relationships/notesSlide" Target="/ppt/notesSlides/notesSlide8.xml" Id="R821b39064e3a48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53652a0f4b4f6a" /><Relationship Type="http://schemas.openxmlformats.org/officeDocument/2006/relationships/notesSlide" Target="/ppt/notesSlides/notesSlide9.xml" Id="Rdfab4941165343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97f4d721c4adb" /><Relationship Type="http://schemas.openxmlformats.org/officeDocument/2006/relationships/notesSlide" Target="/ppt/notesSlides/notesSlide10.xml" Id="R52cf5224ac5f46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0139de9a294cc5" /><Relationship Type="http://schemas.openxmlformats.org/officeDocument/2006/relationships/notesSlide" Target="/ppt/notesSlides/notesSlide11.xml" Id="R6e70186e3cac4c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dd3e614004408f" /><Relationship Type="http://schemas.openxmlformats.org/officeDocument/2006/relationships/notesSlide" Target="/ppt/notesSlides/notesSlide12.xml" Id="Ra841e004763b4f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49df15ac644315" /><Relationship Type="http://schemas.openxmlformats.org/officeDocument/2006/relationships/notesSlide" Target="/ppt/notesSlides/notesSlide13.xml" Id="Ra067a515672a43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3850A5-12AC-4963-871C-BBD6922D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D24196-C61C-46DE-B6AC-99BD218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CBFEC12-EC5A-4165-9DD8-646C42B8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C4117F8B-A0AF-402C-AC49-BCA33DED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3850FEA-C6ED-4644-A6A0-49546AA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7240"/>
            <a:ext cx="521208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Немного статистики</a:t>
            </a:r>
            <a:br>
              <a:rPr sz="34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3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и интересных фактов…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79F57D8-E46D-4F28-BD4B-C3A7FF34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5303520" cy="3566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C7C626F-5240-42DE-AB89-AF1B2FD9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402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Цифровой диктант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A4399F0-A2F9-4AB2-B6B5-D58B7F06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43200"/>
            <a:ext cx="4663440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XML — строгий язык разметки для хранения и передачи структурированных данных.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XML-документ должен иметь один корневой элемент.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XML можно разобрать через DOMParser и вывести данные в HTML.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Одна незакрытая метка может нарушить отображение данных.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3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XML используется в RSS, Sitemap, SOAP и конфигурационных файлах.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96C1C19-5DEB-4532-96D6-4520C2DA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965960"/>
            <a:ext cx="484632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1E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558B56C-E235-459A-BC35-88705172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03120"/>
            <a:ext cx="4517136" cy="1874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&lt;movie&gt;</a:t>
            </a:r>
            <a:b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&lt;title&gt;Интерстеллар&lt;/title&gt;</a:t>
            </a:r>
            <a:b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&lt;year&gt;2014&lt;/year&gt;</a:t>
            </a:r>
            <a:b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8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&lt;/movie&gt;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5370805-6471-411B-9694-57C030DE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89120"/>
            <a:ext cx="4800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Формат данных должен быть понятен и человеку, и программе.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701ADAA-0740-48ED-AACF-22AFE6EF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285232"/>
            <a:ext cx="9144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C417254-6DCF-482D-8F32-E78C1DAC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5358384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XML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AD4E42F-519B-4CB8-A3B9-323CC0D2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5285232"/>
            <a:ext cx="9144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DC27A7-815B-442B-864F-A1004DBD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5358384"/>
            <a:ext cx="731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1304954-30D7-4F30-98AB-DD175BD7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85232"/>
            <a:ext cx="14173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C121B8-0A90-4A72-8C87-ABDC0A92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5358384"/>
            <a:ext cx="1234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JavaScript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D1E60B6-B9BD-4E04-B270-03667604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01168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2F60DF-604F-45CC-8FD1-D44F8953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74517D-B338-42E2-B8E6-6AF21EC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5D2361E-5861-4CDC-8625-B675AC4A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2C54E9CB-6230-416A-9550-5FB674BA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52F80B8-DD7E-4D38-A436-C29565FE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"/>
            <a:ext cx="10698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Федеральное государственное бюджетное образовательное</a:t>
            </a:r>
            <a:b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учреждение высшего образования «Финансовый университет</a:t>
            </a:r>
            <a:b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</a:b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при Правительстве РФ»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0A2B58D-B544-42D5-91D7-9324A22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10698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КОЛЛЕДЖ ИНФОРМАТИКИ И ПРОГРАММИРОВАНИЯ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54BD534-5883-45B7-A11C-1DA52AAE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28800"/>
            <a:ext cx="1010412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15D7C2-8E44-4394-8904-C9A2CC38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48840"/>
            <a:ext cx="6035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Разработка Web-приложения</a:t>
            </a:r>
            <a:br>
              <a:rPr sz="38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3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 помощью XML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73FBDC-0A2B-42CA-806E-6D106AB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37560"/>
            <a:ext cx="374903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Лабораторная работа №10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2E190F5-C191-49CA-B10E-0B7D177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31720"/>
            <a:ext cx="324612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1E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A61A31-C195-4A6B-BCF7-B7D716D4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468879"/>
            <a:ext cx="2916936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&lt;?xml version="1.0"?&gt;</a:t>
            </a:r>
            <a:b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&lt;movies&gt;</a:t>
            </a:r>
            <a:b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&lt;movie&gt;...&lt;/movie&gt;</a:t>
            </a:r>
            <a:b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4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&lt;/movies&gt;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5FF7D1F-B36D-4C83-8024-9C4E1401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120640"/>
            <a:ext cx="49377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Преподаватель Колледжа</a:t>
            </a:r>
            <a:br>
              <a:rPr sz="1400" b="0">
                <a:solidFill>
                  <a:srgbClr val="1E293B"/>
                </a:solidFill>
                <a:latin typeface="Aptos"/>
                <a:ea typeface="Aptos"/>
                <a:cs typeface="Aptos"/>
              </a:rPr>
            </a:br>
            <a:r>
              <a:rPr sz="14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информатики и программирования</a:t>
            </a:r>
            <a:br>
              <a:rPr sz="1400" b="0">
                <a:solidFill>
                  <a:srgbClr val="1E293B"/>
                </a:solidFill>
                <a:latin typeface="Aptos"/>
                <a:ea typeface="Aptos"/>
                <a:cs typeface="Aptos"/>
              </a:rPr>
            </a:br>
            <a:r>
              <a:rPr sz="14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Михайлов Даниил Николаевич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C0DF54-C497-4CB7-BB2E-A1C96A49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553212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Москва, 2026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9F3AAE5-980A-4D42-A27F-98D2125E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6761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5DB94A-AE5B-4793-8A09-6A4FC08F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10548C1-9472-4858-9B6E-FE225330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0804154-2557-445D-8339-09BA3A31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F6E40E68-1AAC-40A1-AED3-E7FB8EB3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D7D66B-D234-49C3-9F93-7F12F585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Проблема и цель занятия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D68BEE6-6093-40A4-AB54-3DC96DF5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9B3A4F7-0043-4CD2-A85E-A1EC4B26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055798A-DB97-40A3-8CEA-E3BA8D29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5257800" cy="388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3C6A87FB-269F-4B9B-A02A-A2B7FEF3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F55CB93-E617-4FAA-B768-03790143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7568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D40E183-CFA5-45D4-84B4-6B5E75A3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993392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D87BC8-D41D-4CBE-8E34-FD4AF9ED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43200"/>
            <a:ext cx="45262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Как хранить структурированные данные так, чтобы их можно было загружать на веб-страницу, обрабатывать и отображать пользователю?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34C9648-BC15-4924-8764-66F69A30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23360"/>
            <a:ext cx="4480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Почему XML всё ещё используется, если есть JSON?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9BCCFC6C-36E8-4B30-A534-B77DDFA4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45920"/>
            <a:ext cx="5074920" cy="3886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C61424B-FB45-4F52-9B16-D23D2A3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596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95A7B88-3CE4-407C-8E74-413AE4F9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75688"/>
            <a:ext cx="640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9523C27-C5B5-43CB-A4B9-822F786B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993392"/>
            <a:ext cx="2926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Цель занятия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BBFF90B-A23C-4AE5-B2AB-93E5A78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343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Научиться создавать XML-документы, подключать их к HTML-странице и отображать данные в браузере с помощью JavaScript.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088CBC3-B7F1-4F8A-8E6A-163F5EB2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97680"/>
            <a:ext cx="15087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1942ED6-D71E-4ABD-9208-E6A9F631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7083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создать XML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946AC31-A418-4BF6-9DEA-98FE22CF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297680"/>
            <a:ext cx="12344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A32D781-6E58-402B-9321-B19A533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370832"/>
            <a:ext cx="1051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загрузить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87EC7A3-0ED8-4DDE-ACDB-ACB7C16D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297680"/>
            <a:ext cx="16916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0DA85DD-29E0-47D3-8C35-00A843B7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370832"/>
            <a:ext cx="1508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вывести в DOM</a:t>
            </a:r>
          </a:p>
        </p:txBody>
      </p:sp>
    </p:spTree>
    <p:extLst>
      <p:ext uri="{BB962C8B-B14F-4D97-AF65-F5344CB8AC3E}">
        <p14:creationId xmlns:p14="http://schemas.microsoft.com/office/powerpoint/2010/main" val="146364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2102BF-C925-4B8B-9803-6A1596C0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FFE744C-2207-46D6-943E-E00E3F07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908BABDA-9543-434E-9799-FB29972A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A483B27-8DE5-4FDA-943E-2388D1D8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17B990-6A70-44DC-B667-FF2099E2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875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Сначала вспомним то, что уже изучали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1FA98B6-89DF-4EF4-977C-7FFC8A19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48840"/>
            <a:ext cx="10195560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81BA330-0A88-4637-ABF0-7CE14CE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514600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Цифровой диктант «Верю — не верю»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E2802E4-B813-4CB7-A380-4CEA287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3832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93339C6-6B9E-4E0B-A31C-7ECCDB43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49300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F5D0E5-A474-4B5E-8008-9DC6115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3493008"/>
            <a:ext cx="1188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верю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5CC0C75-799E-481F-9F10-8A2E0647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3832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8866999-4916-4A8D-B09E-520B95D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9300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6531816-E4C3-4C72-9663-9E8815C5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493008"/>
            <a:ext cx="1645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не верю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388D762-4F81-4E51-8831-1342D7E7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4434840"/>
            <a:ext cx="2834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Время: 5 минут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5B519C-AE7C-4719-ABFA-5A02397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642930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2FDA84-5970-4655-8139-0F51DEB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350611-F7F2-4475-A661-9C5C1BF5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B6D9CBC-EEE7-408A-9082-1656C244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EC12C15-71B9-4900-A67F-8CB18846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BF1A03-376A-4019-8FA0-E39283B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Что такое XML?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682546C-BA83-47C3-BC52-DC0FAC74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048B793-DB99-4A65-B1D2-DBD36311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61872"/>
            <a:ext cx="10424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Расширяемый язык разметки для структурированных данных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F9C7951-D849-4466-8FF8-EC2B3013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29632C7-9380-4572-B265-1CC8B4FD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91640"/>
            <a:ext cx="5120640" cy="4343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5BA6D1F-15DF-4549-8210-BF55CED0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52628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9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Разработчик сам задаёт имена элементов.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9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Данные хранятся в виде дерева.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9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Один корневой элемент объединяет документ.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9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Закрывающие теги, регистр и кавычки обязательны.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2BA51CE-43A2-4A48-9651-E5BD962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00600"/>
            <a:ext cx="4434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XML помогает отделить данные от оформления страницы.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1E0FACD-61F1-4D5E-B593-17B9BE9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7360"/>
            <a:ext cx="4800600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1E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3DC619-EC7E-42CF-A2C3-3FCEECD1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74519"/>
            <a:ext cx="4471416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&lt;?xml version="1.0" encoding="UTF-8"?&gt;</a:t>
            </a:r>
            <a:b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&lt;movies&gt;</a:t>
            </a:r>
            <a:b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&lt;movie&gt;</a:t>
            </a:r>
            <a:b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&lt;title&gt;Интерстеллар&lt;/title&gt;</a:t>
            </a:r>
            <a:b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&lt;year&gt;2014&lt;/year&gt;</a:t>
            </a:r>
            <a:b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&lt;/movie&gt;</a:t>
            </a:r>
            <a:b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5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&lt;/movies&gt;</a:t>
            </a:r>
          </a:p>
        </p:txBody>
      </p:sp>
    </p:spTree>
    <p:extLst>
      <p:ext uri="{BB962C8B-B14F-4D97-AF65-F5344CB8AC3E}">
        <p14:creationId xmlns:p14="http://schemas.microsoft.com/office/powerpoint/2010/main" val="19306730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C79D07-A02F-468C-8222-5385CF11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3A06FA2-C867-4A3E-8008-A054736B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3F45111-5285-433A-99BF-E0159CC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DF0618BB-B292-4AC0-A77D-4F3C9720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F6831C-AEBC-44AC-B5E1-B53DE224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Структура XML-документа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A1BFBF-ED93-454E-A546-95A2D5BA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0318FA8-CBBF-4438-911D-AE489C5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99CF0A3-4FED-456B-B6CA-54FA3DC6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166360" cy="4023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1E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8E611EA-3B83-45FA-A528-11B55888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37360"/>
            <a:ext cx="4837176" cy="3794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&lt;?xml version="1.0" encoding="UTF-8"?&gt;</a:t>
            </a:r>
            <a:b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&lt;catalog&gt;</a:t>
            </a:r>
            <a:b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&lt;item id="1"&gt;</a:t>
            </a:r>
            <a:b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&lt;name&gt;Ноутбук&lt;/name&gt;</a:t>
            </a:r>
            <a:b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&lt;price&gt;65000&lt;/price&gt;</a:t>
            </a:r>
            <a:b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&lt;/item&gt;</a:t>
            </a:r>
            <a:b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6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&lt;/catalog&gt;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740B043-F6AB-492B-B6AF-68C71364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08760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FBE6F2-1185-42CC-B804-57723568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18488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FD0CEC-2B4C-4F48-AC04-06678FB7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490472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Пролог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85D2F7A-A9F6-4DFB-B961-8AB94ED6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490472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версия и кодировка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6F57357-767E-489B-BF98-029C294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304288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B2A14A2-FEC7-4BA4-8A3E-E1DB039A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14016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FFC73A4-42B9-4303-A53A-23084962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86000"/>
            <a:ext cx="152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defPPr>
            <a:lvl1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1pPr>
            <a:lvl2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2pPr>
            <a:lvl3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3pPr>
            <a:lvl4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4pPr>
            <a:lvl5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5pPr>
            <a:lvl6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6pPr>
            <a:lvl7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7pPr>
            <a:lvl8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8pPr>
            <a:lvl9pPr algn="l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Корневой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элемент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BF06EE5-5486-473C-8199-9AC5804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86000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объединяет весь документ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23DEAD7B-5EF8-4173-8132-A29E243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099815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FD82480-7002-437B-AD7F-A208188C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209544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5933B44-7F56-4316-B312-2D3440D7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081527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Вложенность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BB670EC-4977-4A61-B06A-C7B658B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81527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образует DOM-дерево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3337853B-B01A-4953-8776-427F4BF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95344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73B50E2-9224-41C3-BD02-B88CBB2E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05072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2DEC008-D19C-4CAF-8187-7CF1D3DF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77056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Атрибуты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5F4D34E-6343-47C1-8B12-DBF231A4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877056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значения записываются в кавычках</a:t>
            </a: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28A2FA5-6FFD-4512-9D8C-C8A5EEA8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690872"/>
            <a:ext cx="411480" cy="411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C14A8A8E-6E3E-45E0-A100-B66405D4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800600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A4A40F9-5005-49BE-A110-0F1336BF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672584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Регистр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AEDDC53-A110-40D8-A04A-6A10E3C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672584"/>
            <a:ext cx="2468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имеет значение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81D2153-AAFF-4877-A325-AEBF0866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5321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Хорошо сформированный XML — документ без синтаксических ошибок.</a:t>
            </a:r>
          </a:p>
        </p:txBody>
      </p:sp>
    </p:spTree>
    <p:extLst>
      <p:ext uri="{BB962C8B-B14F-4D97-AF65-F5344CB8AC3E}">
        <p14:creationId xmlns:p14="http://schemas.microsoft.com/office/powerpoint/2010/main" val="11984481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D940425-7B89-4AF6-A85D-A6178EEB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3EA013C-4AE0-4372-9B86-80C32906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073E498-7081-4F6C-BD2F-4D90B393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398AC447-CD74-45EB-871F-05808F9F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F34652-23FF-46DF-831A-0478253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Как HTML-страница получает данные из XML?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ACB15F1-95C9-448D-8648-4DC9C40D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5AF0DA7-3298-4C4A-ADBD-716CF11E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12163D8-11CD-4E5A-8C3B-98AACCCE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57400"/>
            <a:ext cx="15544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11306B8-6817-4EB6-ABCD-2F5AC79E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40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19E54FB-5CAF-4DA7-943B-2DC702F9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5000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346776-B485-48E4-B498-70AA9B31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7180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Создать</a:t>
            </a:r>
            <a:b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XML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EF7A65C-FFFF-4DBD-8D6A-95A79BC0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578608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7D3A74F-A749-4DC9-B6AB-1F2703FC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15544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225B7E76-7C35-405B-B426-941C0DE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40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2A3ACED-7EEB-4CDC-8319-CCF38764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5000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343F0E3-ECF4-4378-B793-AC93EBD9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97180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Загрузить</a:t>
            </a:r>
            <a:b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fetch()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C94728E-7223-49D6-A104-32F91AB5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78608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C97E21F-42BF-4A43-9ABB-A0680425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057400"/>
            <a:ext cx="15544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91257F1-9B42-4062-85B0-836EFE04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0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09F01F8-0DAB-4DF7-93ED-B936E245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5000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663090A-F6CC-498E-AC48-ACE1482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7180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defPPr>
            <a:lvl1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1pPr>
            <a:lvl2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2pPr>
            <a:lvl3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3pPr>
            <a:lvl4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4pPr>
            <a:lvl5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5pPr>
            <a:lvl6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6pPr>
            <a:lvl7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7pPr>
            <a:lvl8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8pPr>
            <a:lvl9pPr algn="ctr"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123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DOMParser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5A1D5C-FBFA-48D3-BED1-E9AF2136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578608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1CD17CB5-337E-4BC5-82D4-D813640F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057400"/>
            <a:ext cx="15544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1DA274C8-1F7B-4457-84C4-560DF37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240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1D51373-45B4-4FE0-B5DE-371B3214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35000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14D48D1-621D-4EE7-94AB-E16E0FC9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97180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Найти</a:t>
            </a:r>
            <a:b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элементы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DA5EE91-4F17-4A71-9078-DA89D1B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2578608"/>
            <a:ext cx="548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FE8FFB58-AECA-4DF2-91FE-33F6DA12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057400"/>
            <a:ext cx="1554480" cy="155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9E8A08D7-88BF-4E8D-A79D-C257A796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2402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48C6361-437E-4945-8B3F-895B6788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350008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1EF3707-4638-4262-A971-E74884E2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Вывести</a:t>
            </a:r>
            <a:b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 DOM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258A96E2-21BE-49BF-A3F1-0B7EC2A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754880"/>
            <a:ext cx="9235440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 w="12700">
            <a:solidFill>
              <a:srgbClr val="F7D68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92B5B0B-1C17-41CE-84F8-671BD386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983480"/>
            <a:ext cx="8686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Важно: запускать проект через Live Server, а ошибки смотреть в консоли браузера.</a:t>
            </a:r>
          </a:p>
        </p:txBody>
      </p:sp>
    </p:spTree>
    <p:extLst>
      <p:ext uri="{BB962C8B-B14F-4D97-AF65-F5344CB8AC3E}">
        <p14:creationId xmlns:p14="http://schemas.microsoft.com/office/powerpoint/2010/main" val="1918229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2E1B9A-9D9B-4455-AD0C-3F4A534A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A52D030-E05D-42E3-88AE-9A4CCBA6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ECD386DD-C608-46FF-B1B0-926248F9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56E2F641-8FB9-487E-AEAA-A131520C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F2BF55-98CD-45A4-AFAD-9348DC75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Пример JavaScript: загрузка и разбор XML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8730FE-8B46-4AC1-9042-1A815A2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E937278-8F9F-4330-96CA-C20F40D6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2E89448-2FB6-40DA-A818-E1CFD6EA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640080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1E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7E49B3D-14A9-469C-8EE2-C7C6EF1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645919"/>
            <a:ext cx="6071616" cy="420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function loadXML() {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fetch('movies.xml')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.then(response =&gt; response.text())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.then(xmlString =&gt; {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const parser = new DOMParser();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const xmlDoc = parser.parseFromString(xmlString, 'text/xml');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const movies = xmlDoc.querySelectorAll('movie');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// далее формируем таблицу и выводим её на страницу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});</a:t>
            </a:r>
            <a:b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3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72B102-EB91-4192-9EB2-9C2D59B3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08760"/>
            <a:ext cx="4069080" cy="4434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2DBB7B-DC4C-4793-939A-20328AD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874519"/>
            <a:ext cx="352044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fetch() загружает файл.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DOMParser превращает XML-строку в документ.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querySelectorAll() находит нужные элементы.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innerHTML или appendChild() выводит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293321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FE31D9-0A83-49EF-B23B-C2EAF6B2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B597BE-5B4A-4B2E-AF19-774CA0B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40C43EB4-8FCE-4BE1-85CF-9243E52D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07510A0-5C63-4A1F-935A-869B28AB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3FDAEF-6ACB-4E63-B413-ECB73B9E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Типичные ошибки и обработка исключений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A72B361-0F15-41DF-B95F-8A17F595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D374C77-7425-40A9-8DD0-854902DB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9C13D5C-B868-42C4-A3DF-E0328AC8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30632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91C19C5C-3BC8-4BEB-BFB7-9675C651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5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C39F775-ECEA-463A-B7AF-D2AFCA37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7568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C9E1B1B-5821-402A-9C67-0251B59E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8308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Неверный путь</a:t>
            </a:r>
            <a:b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к XML-файлу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C784ABA-2011-4B2D-B3E8-0A3668EE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0592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проверить имя файла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43D3A2F-2C9F-4091-B0F3-69FA42D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79" y="1600200"/>
            <a:ext cx="30632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78EF5F2-DF7E-4B0B-86EB-2D49D93E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1965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AF5BDA-18C6-476C-9658-768A435B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79" y="207568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7989C7C-5EF8-4475-BFC8-CB6A11D9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78308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Открытие без</a:t>
            </a:r>
            <a:b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Live Server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23313FC-1BC3-4434-8838-69F5235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450592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запустить сервер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FA5D305-8F9D-4988-ABBA-9ED55851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600200"/>
            <a:ext cx="306324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12D07225-5849-45BF-9783-C1B2D574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19659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6C51F05-BFF8-4877-BD32-3AFF724F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19" y="207568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88D1911-A802-441F-9AD7-7CD628D2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783080"/>
            <a:ext cx="1920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Ошибка синтаксиса</a:t>
            </a:r>
            <a:b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</a:b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XML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0B01C99-0986-4C31-AFA3-5DC8AFC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50592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проверить теги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B026DD6-75AB-47A8-BD5F-8AAF4D71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0"/>
            <a:ext cx="640080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1E293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869ED16-EA8E-4EC6-A2E7-9424AE44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3611879"/>
            <a:ext cx="607161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.catch(() =&gt; {</a:t>
            </a:r>
            <a:b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document.getElementById('result').innerHTML =</a:t>
            </a:r>
            <a:b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'&lt;p class="error"&gt;Не удалось загрузить XML-файл. ' +</a:t>
            </a:r>
            <a:b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'Проверьте имя файла, путь и запуск через Live Server.&lt;/p&gt;';</a:t>
            </a:r>
            <a:b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</a:br>
            <a:r>
              <a:rPr sz="12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43EC157-2EC2-46D8-AC9E-3B7BAFCA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429000"/>
            <a:ext cx="3657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Сообщение должно быть понятно пользователю.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Технические детали можно смотреть в консоли.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6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Ошибки XML проверяются по закрывающим тегам и регистру.</a:t>
            </a:r>
          </a:p>
        </p:txBody>
      </p:sp>
    </p:spTree>
    <p:extLst>
      <p:ext uri="{BB962C8B-B14F-4D97-AF65-F5344CB8AC3E}">
        <p14:creationId xmlns:p14="http://schemas.microsoft.com/office/powerpoint/2010/main" val="11114543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5AB9556-7824-4385-87E3-C76BCE49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80221B-6CE2-49CC-ABF8-B22D895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B0E7F30-0013-44BA-9343-183F7C0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4D47D01A-D486-4208-B51D-1EF7B2B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024E66-E6CF-4EDE-A5E8-17AE0F5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Выводы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3C2181-09FB-4CAB-AEDF-D72D8DE8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4B6969-821B-46D6-B445-BDDE363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EFFE595-85C3-4C6E-AFE7-E6AD83EA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571500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269C2AC-8BCB-4963-92C6-8D571C32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50749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XML хранит структурированные данные.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Корректный XML имеет один корневой элемент и закрытые теги.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JavaScript позволяет загрузить XML, разобрать его и вывести на страницу.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Обработка ошибок делает веб-приложение понятнее.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8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Комментарии в коде помогают сопровождать проект.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AE8819D-7B48-46C1-B0F7-66F3255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45AE87-BD1A-4BEC-892B-614E0BC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0360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XML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3796E05-1741-4A8B-BDC2-30E05D1F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7059322-A059-478D-908E-37758AEC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80360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HTML</a:t>
            </a:r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4190C3D7-7718-40B7-9AD5-7CFCDA0F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14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2692AA5-D997-4070-8F5A-B61FDB03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80360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99EF9A7-0BB6-4C85-8D41-9F07485E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3977639"/>
            <a:ext cx="4297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Данные → структура → отображение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839812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0611B4F-809E-494B-85BE-91A917E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DF5134-EC61-462D-AA5F-564DA9A9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13CBBD89-392C-44B3-B56E-553D5C3A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EF04EC33-11D5-4DD9-820E-114A68CD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02381A-1F25-498D-BBC4-4534307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Секретный код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8141BA7-8816-4621-9E9F-94CB68EF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331720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Если вы внимательно слушали — вы уже знаете ответ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4C98304-FAD4-4C6F-BEA8-8B6A1A9F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657600"/>
            <a:ext cx="457200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 w="12700">
            <a:solidFill>
              <a:srgbClr val="00A6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CD21D4A-EC95-4F73-96B8-BF18449C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93192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Старт  →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45689D1-A871-4778-8BE2-0D3A923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03934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D5C3F50-5886-49C9-9250-A6CB01B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5F67C7-B320-4E96-890D-70ACB7F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BBB346A-6216-4718-BB74-CA5DF57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31CA6BB1-EF9F-4344-BC54-C6CC8452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684A4E-EBC0-4DC0-AC3A-2324DA32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Кейс: разработка Web-приложения с XML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195D274-C7B7-4310-AB22-F0F687C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2B025AF-D169-49ED-B6AC-A0016642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F7DB00-FA85-45F1-8208-71876589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48640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76B1332-FC66-42C1-8C27-4F1CA00F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37360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Производственная ситуация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222270-FC52-46B2-841E-6166FFB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286000"/>
            <a:ext cx="48463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Заказчику нужна простая веб-страница, которая получает данные из XML-файла и выводит их в браузере без сторонних библиотек.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749816-0E08-4DD6-AD33-6AC2D0FF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474720"/>
            <a:ext cx="48463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Ваша команда — пара разработчиков. Нужно выполнить один кейс, проверить работу и представить результат.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7984B4D-987A-4ECC-934D-CD6D7EF3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417320"/>
            <a:ext cx="4983480" cy="4526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AF89ED0-3F08-4B20-B306-D34DF962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73736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Роли и кейсы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9419B9-010E-4590-B5F8-7EDF8C61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286000"/>
            <a:ext cx="42519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7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Студент 1 — проектирует XML-структуру.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7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Студент 2 — пишет HTML и JavaScript.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7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Оба — проверяют ошибки, читаемость и комментарии.</a:t>
            </a:r>
          </a:p>
          <a:p xmlns:a="http://schemas.openxmlformats.org/drawingml/2006/main">
            <a:pPr>
              <a:spcAft>
                <a:spcPts val="800"/>
              </a:spcAft>
              <a:buNone/>
            </a:pPr>
            <a:r>
              <a:rPr sz="1700">
                <a:solidFill>
                  <a:srgbClr val="1E293B"/>
                </a:solidFill>
                <a:latin typeface="Aptos"/>
                <a:ea typeface="Aptos"/>
                <a:cs typeface="Aptos"/>
              </a:rPr>
              <a:t>• Кейсы: фильмы, расписание, товары, новости.</a:t>
            </a:r>
          </a:p>
        </p:txBody>
      </p:sp>
    </p:spTree>
    <p:extLst>
      <p:ext uri="{BB962C8B-B14F-4D97-AF65-F5344CB8AC3E}">
        <p14:creationId xmlns:p14="http://schemas.microsoft.com/office/powerpoint/2010/main" val="5201519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B59D57-BA6B-48F4-85FB-A0CF54DF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FEA258-83E7-4358-A99B-9E81EFEC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F9218C7C-29A6-414E-8C99-B1A47CD4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-640080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F7DCD88-D834-4C15-AFB2-F5870A55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94360" y="5989320"/>
            <a:ext cx="1463040" cy="1463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D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C34BE0-A869-44AF-95BA-74D9AE49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97840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Рефлексия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4DE5568-5B1E-4B93-823C-18FE1600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143000"/>
            <a:ext cx="1234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70ECD9F-A3D9-4C48-BAF5-6528C675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E6948F5-1399-4E7B-B9D5-3CECADE1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600200"/>
            <a:ext cx="10149840" cy="411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C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7299FC4-6E64-4CAB-BFFD-4709FFB3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65960"/>
            <a:ext cx="9326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Закончите фразы: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73BFE0BC-D4EB-4CB1-AA16-9C44EFDE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6517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7D88C96-5E5A-4FC9-9776-AB4999C9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276148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F4DECA1-E409-4C83-8F09-E33CE80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697480"/>
            <a:ext cx="7589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Сегодня я научился(лась)…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309273D-3E68-45F6-8BB0-76D913DB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2461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500E0F6-FCFB-4C2B-8A2E-61396CD8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35584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53EF663-8D58-47DD-BB20-B97492CB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291840"/>
            <a:ext cx="7589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Было сложно…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D932FEB9-977D-4AF1-B046-A727DBA1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8404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5C54DC7-90E3-4182-B0B5-0D73C7C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395020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2F3A20B-B1EC-444C-B297-1B5F7486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886200"/>
            <a:ext cx="7589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Теперь я могу…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AAFF8E4-806E-4AB8-9092-4B4D77BC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4348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70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F1697AC-68C5-47EC-BA19-EF92B4A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544568"/>
            <a:ext cx="384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63171D-1F7D-4F8B-923D-A65ABCD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480560"/>
            <a:ext cx="7589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XML для меня — это…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B2A3C99-03C8-4DC9-BCE6-6B1D98C4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029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Спасибо за работу!</a:t>
            </a:r>
          </a:p>
        </p:txBody>
      </p:sp>
    </p:spTree>
    <p:extLst>
      <p:ext uri="{BB962C8B-B14F-4D97-AF65-F5344CB8AC3E}">
        <p14:creationId xmlns:p14="http://schemas.microsoft.com/office/powerpoint/2010/main" val="534288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2026-10-23T05:59:11.9820000Z</dcterms:created>
  <dcterms:modified xsi:type="dcterms:W3CDTF">2026-10-23T05:59:11.9820000Z</dcterms:modified>
</coreProperties>
</file>